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c44a197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c44a197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b7f238d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b7f238d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b7f238de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b7f238d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b7f238de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b7f238de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Presentation 1 Family Menu ChatBot Analysis Recap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Times New Roman"/>
                <a:ea typeface="Times New Roman"/>
                <a:cs typeface="Times New Roman"/>
                <a:sym typeface="Times New Roman"/>
              </a:rPr>
              <a:t>Findings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Termination Reason Analysis (Post-March Data)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Calls where the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chatbot was used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had a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“agent left” termination reason as compared to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1%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when the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chatbot was not used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was we remove all calls that did not have a termination reason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Average duration of calls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On average, call duration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tripled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 length during the period when the chatbot was used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>
                <a:latin typeface="Times New Roman"/>
                <a:ea typeface="Times New Roman"/>
                <a:cs typeface="Times New Roman"/>
                <a:sym typeface="Times New Roman"/>
              </a:rPr>
              <a:t>Issue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number of calls with a null termination reason for calls where the chatbot was not used (Could possibly be impacting the real ratio of termination reasons)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Termination Reason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figure describes the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termination reasons of calls within the Family Menu during August (by calls that reached the chatbot vs ones that did not)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Takeaway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Calls that reached the chatbot seemed to have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 more positive outcome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due to the higher proportion of agent ended calls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Next Step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Limit control group to calls that reached a human agent or compare termination reasons during the broad chatbot period vs before/after the chatbot period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14" title="termination_reason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825" y="1274075"/>
            <a:ext cx="4646175" cy="25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Call Duration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484200" cy="3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figure describes the distribution of call duration within the family menu before/after and during the Chatbot usage period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Takeaway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Calls during the Chatbot’s usage seem to be longer and have a wider range in length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5" title="call_duration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8125" y="1190462"/>
            <a:ext cx="5425874" cy="3592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Time Spent within Family Menu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3754575"/>
            <a:ext cx="8452500" cy="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figure describes the average time spent per call in different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activities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within the family menu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Takeaway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A majority of the time spent during the chatbot usage period was with the chatbot. There was much less time spent within submenu’s within the family menu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" name="Google Shape;76;p16" title="family_menu_dwell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825" y="1161450"/>
            <a:ext cx="6550349" cy="241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