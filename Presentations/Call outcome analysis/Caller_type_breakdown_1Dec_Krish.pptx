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85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282FC1-CB29-4D28-A870-CCB1B50A8B09}" v="16" dt="2025-12-01T09:23:52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1785" autoAdjust="0"/>
  </p:normalViewPr>
  <p:slideViewPr>
    <p:cSldViewPr snapToGrid="0" snapToObjects="1">
      <p:cViewPr varScale="1">
        <p:scale>
          <a:sx n="193" d="100"/>
          <a:sy n="193" d="100"/>
        </p:scale>
        <p:origin x="810" y="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rishna" userId="1da9ca94-ee30-4294-af17-4bf1db79f351" providerId="ADAL" clId="{61CB7C4C-536A-4652-906B-F7E469CB4997}"/>
    <pc:docChg chg="undo custSel addSld modSld sldOrd">
      <pc:chgData name="Arvind Krishna" userId="1da9ca94-ee30-4294-af17-4bf1db79f351" providerId="ADAL" clId="{61CB7C4C-536A-4652-906B-F7E469CB4997}" dt="2025-12-01T09:24:49.297" v="546"/>
      <pc:docMkLst>
        <pc:docMk/>
      </pc:docMkLst>
      <pc:sldChg chg="modSp mod">
        <pc:chgData name="Arvind Krishna" userId="1da9ca94-ee30-4294-af17-4bf1db79f351" providerId="ADAL" clId="{61CB7C4C-536A-4652-906B-F7E469CB4997}" dt="2025-12-01T09:20:54.761" v="493" actId="207"/>
        <pc:sldMkLst>
          <pc:docMk/>
          <pc:sldMk cId="4184858301" sldId="437"/>
        </pc:sldMkLst>
        <pc:spChg chg="mod">
          <ac:chgData name="Arvind Krishna" userId="1da9ca94-ee30-4294-af17-4bf1db79f351" providerId="ADAL" clId="{61CB7C4C-536A-4652-906B-F7E469CB4997}" dt="2025-12-01T08:54:29.400" v="304" actId="1076"/>
          <ac:spMkLst>
            <pc:docMk/>
            <pc:sldMk cId="4184858301" sldId="437"/>
            <ac:spMk id="5" creationId="{6DB23387-0251-F96C-2ADD-7015F379EF9D}"/>
          </ac:spMkLst>
        </pc:spChg>
        <pc:graphicFrameChg chg="mod modGraphic">
          <ac:chgData name="Arvind Krishna" userId="1da9ca94-ee30-4294-af17-4bf1db79f351" providerId="ADAL" clId="{61CB7C4C-536A-4652-906B-F7E469CB4997}" dt="2025-12-01T09:20:54.761" v="493" actId="207"/>
          <ac:graphicFrameMkLst>
            <pc:docMk/>
            <pc:sldMk cId="4184858301" sldId="437"/>
            <ac:graphicFrameMk id="3" creationId="{F0B79E03-04B8-6ACB-D065-6DAA1E1AF20F}"/>
          </ac:graphicFrameMkLst>
        </pc:graphicFrameChg>
      </pc:sldChg>
      <pc:sldChg chg="modSp mod ord">
        <pc:chgData name="Arvind Krishna" userId="1da9ca94-ee30-4294-af17-4bf1db79f351" providerId="ADAL" clId="{61CB7C4C-536A-4652-906B-F7E469CB4997}" dt="2025-12-01T08:41:00.816" v="88" actId="20577"/>
        <pc:sldMkLst>
          <pc:docMk/>
          <pc:sldMk cId="2917072795" sldId="463"/>
        </pc:sldMkLst>
        <pc:graphicFrameChg chg="modGraphic">
          <ac:chgData name="Arvind Krishna" userId="1da9ca94-ee30-4294-af17-4bf1db79f351" providerId="ADAL" clId="{61CB7C4C-536A-4652-906B-F7E469CB4997}" dt="2025-12-01T08:41:00.816" v="88" actId="20577"/>
          <ac:graphicFrameMkLst>
            <pc:docMk/>
            <pc:sldMk cId="2917072795" sldId="463"/>
            <ac:graphicFrameMk id="3" creationId="{889FF047-8755-5F61-8F28-3496804BA0EE}"/>
          </ac:graphicFrameMkLst>
        </pc:graphicFrameChg>
      </pc:sldChg>
      <pc:sldChg chg="modSp mod ord">
        <pc:chgData name="Arvind Krishna" userId="1da9ca94-ee30-4294-af17-4bf1db79f351" providerId="ADAL" clId="{61CB7C4C-536A-4652-906B-F7E469CB4997}" dt="2025-12-01T08:41:53.913" v="89" actId="2165"/>
        <pc:sldMkLst>
          <pc:docMk/>
          <pc:sldMk cId="608940157" sldId="465"/>
        </pc:sldMkLst>
        <pc:graphicFrameChg chg="modGraphic">
          <ac:chgData name="Arvind Krishna" userId="1da9ca94-ee30-4294-af17-4bf1db79f351" providerId="ADAL" clId="{61CB7C4C-536A-4652-906B-F7E469CB4997}" dt="2025-12-01T08:41:53.913" v="89" actId="2165"/>
          <ac:graphicFrameMkLst>
            <pc:docMk/>
            <pc:sldMk cId="608940157" sldId="465"/>
            <ac:graphicFrameMk id="3" creationId="{4A9EDD96-A0F2-7622-6650-2DDDC85536D5}"/>
          </ac:graphicFrameMkLst>
        </pc:graphicFrameChg>
      </pc:sldChg>
      <pc:sldChg chg="modSp add mod ord">
        <pc:chgData name="Arvind Krishna" userId="1da9ca94-ee30-4294-af17-4bf1db79f351" providerId="ADAL" clId="{61CB7C4C-536A-4652-906B-F7E469CB4997}" dt="2025-12-01T09:24:49.297" v="546"/>
        <pc:sldMkLst>
          <pc:docMk/>
          <pc:sldMk cId="3508831915" sldId="485"/>
        </pc:sldMkLst>
        <pc:graphicFrameChg chg="mod modGraphic">
          <ac:chgData name="Arvind Krishna" userId="1da9ca94-ee30-4294-af17-4bf1db79f351" providerId="ADAL" clId="{61CB7C4C-536A-4652-906B-F7E469CB4997}" dt="2025-12-01T09:24:32.614" v="544" actId="207"/>
          <ac:graphicFrameMkLst>
            <pc:docMk/>
            <pc:sldMk cId="3508831915" sldId="485"/>
            <ac:graphicFrameMk id="3" creationId="{5BFDF6BD-9062-CFCB-73AF-122DA8D9B7ED}"/>
          </ac:graphicFrameMkLst>
        </pc:graphicFrameChg>
      </pc:sldChg>
    </pc:docChg>
  </pc:docChgLst>
  <pc:docChgLst>
    <pc:chgData name="Arvind Krishna" userId="1da9ca94-ee30-4294-af17-4bf1db79f351" providerId="ADAL" clId="{096AD1DA-A5F1-4A97-81AD-9B4312DA734D}"/>
    <pc:docChg chg="undo redo custSel addSld delSld modSld">
      <pc:chgData name="Arvind Krishna" userId="1da9ca94-ee30-4294-af17-4bf1db79f351" providerId="ADAL" clId="{096AD1DA-A5F1-4A97-81AD-9B4312DA734D}" dt="2025-11-20T19:09:35.902" v="6322" actId="207"/>
      <pc:docMkLst>
        <pc:docMk/>
      </pc:docMkLst>
      <pc:sldChg chg="modSp mod">
        <pc:chgData name="Arvind Krishna" userId="1da9ca94-ee30-4294-af17-4bf1db79f351" providerId="ADAL" clId="{096AD1DA-A5F1-4A97-81AD-9B4312DA734D}" dt="2025-11-19T23:48:15.145" v="1" actId="20577"/>
        <pc:sldMkLst>
          <pc:docMk/>
          <pc:sldMk cId="1485279" sldId="397"/>
        </pc:sldMkLst>
        <pc:spChg chg="mod">
          <ac:chgData name="Arvind Krishna" userId="1da9ca94-ee30-4294-af17-4bf1db79f351" providerId="ADAL" clId="{096AD1DA-A5F1-4A97-81AD-9B4312DA734D}" dt="2025-11-19T23:48:15.145" v="1" actId="20577"/>
          <ac:spMkLst>
            <pc:docMk/>
            <pc:sldMk cId="1485279" sldId="397"/>
            <ac:spMk id="2" creationId="{00000000-0000-0000-0000-000000000000}"/>
          </ac:spMkLst>
        </pc:spChg>
      </pc:sldChg>
      <pc:sldChg chg="modSp mod modAnim">
        <pc:chgData name="Arvind Krishna" userId="1da9ca94-ee30-4294-af17-4bf1db79f351" providerId="ADAL" clId="{096AD1DA-A5F1-4A97-81AD-9B4312DA734D}" dt="2025-11-20T15:22:08.716" v="3583" actId="20577"/>
        <pc:sldMkLst>
          <pc:docMk/>
          <pc:sldMk cId="741541825" sldId="414"/>
        </pc:sldMkLst>
        <pc:spChg chg="mod">
          <ac:chgData name="Arvind Krishna" userId="1da9ca94-ee30-4294-af17-4bf1db79f351" providerId="ADAL" clId="{096AD1DA-A5F1-4A97-81AD-9B4312DA734D}" dt="2025-11-20T15:22:08.716" v="3583" actId="20577"/>
          <ac:spMkLst>
            <pc:docMk/>
            <pc:sldMk cId="741541825" sldId="414"/>
            <ac:spMk id="2" creationId="{6044F10C-03E9-4854-0DE6-D89D38D6B8C5}"/>
          </ac:spMkLst>
        </pc:spChg>
      </pc:sldChg>
      <pc:sldChg chg="modSp mod">
        <pc:chgData name="Arvind Krishna" userId="1da9ca94-ee30-4294-af17-4bf1db79f351" providerId="ADAL" clId="{096AD1DA-A5F1-4A97-81AD-9B4312DA734D}" dt="2025-11-20T15:22:25.459" v="3602" actId="20577"/>
        <pc:sldMkLst>
          <pc:docMk/>
          <pc:sldMk cId="3481089741" sldId="436"/>
        </pc:sldMkLst>
        <pc:spChg chg="mod">
          <ac:chgData name="Arvind Krishna" userId="1da9ca94-ee30-4294-af17-4bf1db79f351" providerId="ADAL" clId="{096AD1DA-A5F1-4A97-81AD-9B4312DA734D}" dt="2025-11-20T15:22:25.459" v="3602" actId="20577"/>
          <ac:spMkLst>
            <pc:docMk/>
            <pc:sldMk cId="3481089741" sldId="436"/>
            <ac:spMk id="2" creationId="{17C4C09F-E635-4B56-D6D3-A7E393D782BD}"/>
          </ac:spMkLst>
        </pc:spChg>
        <pc:spChg chg="mod">
          <ac:chgData name="Arvind Krishna" userId="1da9ca94-ee30-4294-af17-4bf1db79f351" providerId="ADAL" clId="{096AD1DA-A5F1-4A97-81AD-9B4312DA734D}" dt="2025-11-20T15:18:44.219" v="3534" actId="27636"/>
          <ac:spMkLst>
            <pc:docMk/>
            <pc:sldMk cId="3481089741" sldId="436"/>
            <ac:spMk id="5" creationId="{2BA68C0E-DED5-2415-0A0D-C5C33A656286}"/>
          </ac:spMkLst>
        </pc:spChg>
      </pc:sldChg>
      <pc:sldChg chg="addSp delSp modSp mod delAnim">
        <pc:chgData name="Arvind Krishna" userId="1da9ca94-ee30-4294-af17-4bf1db79f351" providerId="ADAL" clId="{096AD1DA-A5F1-4A97-81AD-9B4312DA734D}" dt="2025-11-20T14:54:49.374" v="3058" actId="2711"/>
        <pc:sldMkLst>
          <pc:docMk/>
          <pc:sldMk cId="4184858301" sldId="437"/>
        </pc:sldMkLst>
        <pc:spChg chg="mod">
          <ac:chgData name="Arvind Krishna" userId="1da9ca94-ee30-4294-af17-4bf1db79f351" providerId="ADAL" clId="{096AD1DA-A5F1-4A97-81AD-9B4312DA734D}" dt="2025-11-20T14:00:21.869" v="2114" actId="20577"/>
          <ac:spMkLst>
            <pc:docMk/>
            <pc:sldMk cId="4184858301" sldId="437"/>
            <ac:spMk id="5" creationId="{6DB23387-0251-F96C-2ADD-7015F379EF9D}"/>
          </ac:spMkLst>
        </pc:spChg>
        <pc:graphicFrameChg chg="add mod modGraphic">
          <ac:chgData name="Arvind Krishna" userId="1da9ca94-ee30-4294-af17-4bf1db79f351" providerId="ADAL" clId="{096AD1DA-A5F1-4A97-81AD-9B4312DA734D}" dt="2025-11-20T14:54:49.374" v="3058" actId="2711"/>
          <ac:graphicFrameMkLst>
            <pc:docMk/>
            <pc:sldMk cId="4184858301" sldId="437"/>
            <ac:graphicFrameMk id="3" creationId="{F0B79E03-04B8-6ACB-D065-6DAA1E1AF20F}"/>
          </ac:graphicFrameMkLst>
        </pc:graphicFrameChg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1902310803" sldId="438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1642113508" sldId="440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1090949835" sldId="441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1109676165" sldId="442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1282596341" sldId="443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4285336046" sldId="444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3856294493" sldId="445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438647339" sldId="446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2725136560" sldId="447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698163981" sldId="448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2287947817" sldId="449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343305253" sldId="450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3734187951" sldId="451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1594348253" sldId="452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618924499" sldId="453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3679054490" sldId="454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821707112" sldId="455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2990473949" sldId="456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2468869376" sldId="457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3926815134" sldId="458"/>
        </pc:sldMkLst>
      </pc:sldChg>
      <pc:sldChg chg="del">
        <pc:chgData name="Arvind Krishna" userId="1da9ca94-ee30-4294-af17-4bf1db79f351" providerId="ADAL" clId="{096AD1DA-A5F1-4A97-81AD-9B4312DA734D}" dt="2025-11-20T10:26:02.465" v="297" actId="47"/>
        <pc:sldMkLst>
          <pc:docMk/>
          <pc:sldMk cId="314888506" sldId="459"/>
        </pc:sldMkLst>
      </pc:sldChg>
      <pc:sldChg chg="addSp modSp add mod modAnim">
        <pc:chgData name="Arvind Krishna" userId="1da9ca94-ee30-4294-af17-4bf1db79f351" providerId="ADAL" clId="{096AD1DA-A5F1-4A97-81AD-9B4312DA734D}" dt="2025-11-20T15:53:55.262" v="5637"/>
        <pc:sldMkLst>
          <pc:docMk/>
          <pc:sldMk cId="1094852595" sldId="460"/>
        </pc:sldMkLst>
        <pc:spChg chg="add mod">
          <ac:chgData name="Arvind Krishna" userId="1da9ca94-ee30-4294-af17-4bf1db79f351" providerId="ADAL" clId="{096AD1DA-A5F1-4A97-81AD-9B4312DA734D}" dt="2025-11-20T15:53:39.211" v="5635" actId="20577"/>
          <ac:spMkLst>
            <pc:docMk/>
            <pc:sldMk cId="1094852595" sldId="460"/>
            <ac:spMk id="2" creationId="{D6417ECF-9FC2-D9CF-6C01-235D7D20AAF0}"/>
          </ac:spMkLst>
        </pc:spChg>
        <pc:spChg chg="mod">
          <ac:chgData name="Arvind Krishna" userId="1da9ca94-ee30-4294-af17-4bf1db79f351" providerId="ADAL" clId="{096AD1DA-A5F1-4A97-81AD-9B4312DA734D}" dt="2025-11-20T10:34:05.604" v="330" actId="20577"/>
          <ac:spMkLst>
            <pc:docMk/>
            <pc:sldMk cId="1094852595" sldId="460"/>
            <ac:spMk id="5" creationId="{277616B0-D76F-95EA-D701-362284D83913}"/>
          </ac:spMkLst>
        </pc:spChg>
        <pc:graphicFrameChg chg="mod modGraphic">
          <ac:chgData name="Arvind Krishna" userId="1da9ca94-ee30-4294-af17-4bf1db79f351" providerId="ADAL" clId="{096AD1DA-A5F1-4A97-81AD-9B4312DA734D}" dt="2025-11-20T14:55:01.611" v="3060" actId="2711"/>
          <ac:graphicFrameMkLst>
            <pc:docMk/>
            <pc:sldMk cId="1094852595" sldId="460"/>
            <ac:graphicFrameMk id="3" creationId="{B98BB604-262A-3854-594D-401157299155}"/>
          </ac:graphicFrameMkLst>
        </pc:graphicFrameChg>
      </pc:sldChg>
      <pc:sldChg chg="addSp modSp add mod modAnim">
        <pc:chgData name="Arvind Krishna" userId="1da9ca94-ee30-4294-af17-4bf1db79f351" providerId="ADAL" clId="{096AD1DA-A5F1-4A97-81AD-9B4312DA734D}" dt="2025-11-20T15:55:34.755" v="5823" actId="20577"/>
        <pc:sldMkLst>
          <pc:docMk/>
          <pc:sldMk cId="2959437223" sldId="461"/>
        </pc:sldMkLst>
        <pc:spChg chg="add mod">
          <ac:chgData name="Arvind Krishna" userId="1da9ca94-ee30-4294-af17-4bf1db79f351" providerId="ADAL" clId="{096AD1DA-A5F1-4A97-81AD-9B4312DA734D}" dt="2025-11-20T15:55:34.755" v="5823" actId="20577"/>
          <ac:spMkLst>
            <pc:docMk/>
            <pc:sldMk cId="2959437223" sldId="461"/>
            <ac:spMk id="2" creationId="{52442BD2-76E4-82E7-8D4F-A6EEAAE8E678}"/>
          </ac:spMkLst>
        </pc:spChg>
        <pc:spChg chg="mod">
          <ac:chgData name="Arvind Krishna" userId="1da9ca94-ee30-4294-af17-4bf1db79f351" providerId="ADAL" clId="{096AD1DA-A5F1-4A97-81AD-9B4312DA734D}" dt="2025-11-20T10:53:31.003" v="444" actId="20577"/>
          <ac:spMkLst>
            <pc:docMk/>
            <pc:sldMk cId="2959437223" sldId="461"/>
            <ac:spMk id="5" creationId="{D524A027-DD85-2372-79E0-502070F8DBC5}"/>
          </ac:spMkLst>
        </pc:spChg>
        <pc:graphicFrameChg chg="mod modGraphic">
          <ac:chgData name="Arvind Krishna" userId="1da9ca94-ee30-4294-af17-4bf1db79f351" providerId="ADAL" clId="{096AD1DA-A5F1-4A97-81AD-9B4312DA734D}" dt="2025-11-20T14:55:10.479" v="3062" actId="2711"/>
          <ac:graphicFrameMkLst>
            <pc:docMk/>
            <pc:sldMk cId="2959437223" sldId="461"/>
            <ac:graphicFrameMk id="3" creationId="{3D679307-EA84-C09B-390A-DA7F506A58CA}"/>
          </ac:graphicFrameMkLst>
        </pc:graphicFrameChg>
      </pc:sldChg>
      <pc:sldChg chg="modSp add del mod">
        <pc:chgData name="Arvind Krishna" userId="1da9ca94-ee30-4294-af17-4bf1db79f351" providerId="ADAL" clId="{096AD1DA-A5F1-4A97-81AD-9B4312DA734D}" dt="2025-11-20T11:12:35.324" v="765" actId="47"/>
        <pc:sldMkLst>
          <pc:docMk/>
          <pc:sldMk cId="3701512300" sldId="462"/>
        </pc:sldMkLst>
      </pc:sldChg>
      <pc:sldChg chg="modSp add mod">
        <pc:chgData name="Arvind Krishna" userId="1da9ca94-ee30-4294-af17-4bf1db79f351" providerId="ADAL" clId="{096AD1DA-A5F1-4A97-81AD-9B4312DA734D}" dt="2025-11-20T15:55:42.609" v="5824" actId="1076"/>
        <pc:sldMkLst>
          <pc:docMk/>
          <pc:sldMk cId="2917072795" sldId="463"/>
        </pc:sldMkLst>
        <pc:spChg chg="mod">
          <ac:chgData name="Arvind Krishna" userId="1da9ca94-ee30-4294-af17-4bf1db79f351" providerId="ADAL" clId="{096AD1DA-A5F1-4A97-81AD-9B4312DA734D}" dt="2025-11-20T11:06:55.265" v="565" actId="20577"/>
          <ac:spMkLst>
            <pc:docMk/>
            <pc:sldMk cId="2917072795" sldId="463"/>
            <ac:spMk id="5" creationId="{23778886-AD75-9C56-8BAA-D6050913903C}"/>
          </ac:spMkLst>
        </pc:spChg>
        <pc:graphicFrameChg chg="mod modGraphic">
          <ac:chgData name="Arvind Krishna" userId="1da9ca94-ee30-4294-af17-4bf1db79f351" providerId="ADAL" clId="{096AD1DA-A5F1-4A97-81AD-9B4312DA734D}" dt="2025-11-20T15:55:42.609" v="5824" actId="1076"/>
          <ac:graphicFrameMkLst>
            <pc:docMk/>
            <pc:sldMk cId="2917072795" sldId="463"/>
            <ac:graphicFrameMk id="3" creationId="{889FF047-8755-5F61-8F28-3496804BA0EE}"/>
          </ac:graphicFrameMkLst>
        </pc:graphicFrameChg>
      </pc:sldChg>
      <pc:sldChg chg="modSp add mod">
        <pc:chgData name="Arvind Krishna" userId="1da9ca94-ee30-4294-af17-4bf1db79f351" providerId="ADAL" clId="{096AD1DA-A5F1-4A97-81AD-9B4312DA734D}" dt="2025-11-20T14:55:29.166" v="3066" actId="2711"/>
        <pc:sldMkLst>
          <pc:docMk/>
          <pc:sldMk cId="1822612214" sldId="464"/>
        </pc:sldMkLst>
        <pc:spChg chg="mod">
          <ac:chgData name="Arvind Krishna" userId="1da9ca94-ee30-4294-af17-4bf1db79f351" providerId="ADAL" clId="{096AD1DA-A5F1-4A97-81AD-9B4312DA734D}" dt="2025-11-20T11:12:52.404" v="784" actId="20577"/>
          <ac:spMkLst>
            <pc:docMk/>
            <pc:sldMk cId="1822612214" sldId="464"/>
            <ac:spMk id="5" creationId="{05C1271C-C103-9D26-542F-B4BA06CB7E17}"/>
          </ac:spMkLst>
        </pc:spChg>
        <pc:graphicFrameChg chg="mod modGraphic">
          <ac:chgData name="Arvind Krishna" userId="1da9ca94-ee30-4294-af17-4bf1db79f351" providerId="ADAL" clId="{096AD1DA-A5F1-4A97-81AD-9B4312DA734D}" dt="2025-11-20T14:55:29.166" v="3066" actId="2711"/>
          <ac:graphicFrameMkLst>
            <pc:docMk/>
            <pc:sldMk cId="1822612214" sldId="464"/>
            <ac:graphicFrameMk id="3" creationId="{EED8A194-1A7D-A047-3B6B-6A466E6FBC1A}"/>
          </ac:graphicFrameMkLst>
        </pc:graphicFrameChg>
      </pc:sldChg>
      <pc:sldChg chg="modSp add mod">
        <pc:chgData name="Arvind Krishna" userId="1da9ca94-ee30-4294-af17-4bf1db79f351" providerId="ADAL" clId="{096AD1DA-A5F1-4A97-81AD-9B4312DA734D}" dt="2025-11-20T14:55:43.679" v="3070" actId="2711"/>
        <pc:sldMkLst>
          <pc:docMk/>
          <pc:sldMk cId="608940157" sldId="465"/>
        </pc:sldMkLst>
        <pc:spChg chg="mod">
          <ac:chgData name="Arvind Krishna" userId="1da9ca94-ee30-4294-af17-4bf1db79f351" providerId="ADAL" clId="{096AD1DA-A5F1-4A97-81AD-9B4312DA734D}" dt="2025-11-20T11:18:02.411" v="855" actId="20577"/>
          <ac:spMkLst>
            <pc:docMk/>
            <pc:sldMk cId="608940157" sldId="465"/>
            <ac:spMk id="5" creationId="{5FD0D639-1B31-7E1F-5FA7-46DD6EDDB50D}"/>
          </ac:spMkLst>
        </pc:spChg>
        <pc:graphicFrameChg chg="mod modGraphic">
          <ac:chgData name="Arvind Krishna" userId="1da9ca94-ee30-4294-af17-4bf1db79f351" providerId="ADAL" clId="{096AD1DA-A5F1-4A97-81AD-9B4312DA734D}" dt="2025-11-20T14:55:43.679" v="3070" actId="2711"/>
          <ac:graphicFrameMkLst>
            <pc:docMk/>
            <pc:sldMk cId="608940157" sldId="465"/>
            <ac:graphicFrameMk id="3" creationId="{4A9EDD96-A0F2-7622-6650-2DDDC85536D5}"/>
          </ac:graphicFrameMkLst>
        </pc:graphicFrameChg>
      </pc:sldChg>
      <pc:sldChg chg="modSp add mod">
        <pc:chgData name="Arvind Krishna" userId="1da9ca94-ee30-4294-af17-4bf1db79f351" providerId="ADAL" clId="{096AD1DA-A5F1-4A97-81AD-9B4312DA734D}" dt="2025-11-20T14:55:51.745" v="3072" actId="2711"/>
        <pc:sldMkLst>
          <pc:docMk/>
          <pc:sldMk cId="3954802556" sldId="466"/>
        </pc:sldMkLst>
        <pc:spChg chg="mod">
          <ac:chgData name="Arvind Krishna" userId="1da9ca94-ee30-4294-af17-4bf1db79f351" providerId="ADAL" clId="{096AD1DA-A5F1-4A97-81AD-9B4312DA734D}" dt="2025-11-20T11:34:16.591" v="1125" actId="20577"/>
          <ac:spMkLst>
            <pc:docMk/>
            <pc:sldMk cId="3954802556" sldId="466"/>
            <ac:spMk id="5" creationId="{14C7AD5E-731C-9DDA-9C3C-20D9616A3CFB}"/>
          </ac:spMkLst>
        </pc:spChg>
        <pc:graphicFrameChg chg="modGraphic">
          <ac:chgData name="Arvind Krishna" userId="1da9ca94-ee30-4294-af17-4bf1db79f351" providerId="ADAL" clId="{096AD1DA-A5F1-4A97-81AD-9B4312DA734D}" dt="2025-11-20T14:55:51.745" v="3072" actId="2711"/>
          <ac:graphicFrameMkLst>
            <pc:docMk/>
            <pc:sldMk cId="3954802556" sldId="466"/>
            <ac:graphicFrameMk id="3" creationId="{C94F9775-4B09-C846-5F62-099220EAA64E}"/>
          </ac:graphicFrameMkLst>
        </pc:graphicFrameChg>
      </pc:sldChg>
      <pc:sldChg chg="modSp add del mod">
        <pc:chgData name="Arvind Krishna" userId="1da9ca94-ee30-4294-af17-4bf1db79f351" providerId="ADAL" clId="{096AD1DA-A5F1-4A97-81AD-9B4312DA734D}" dt="2025-11-20T17:35:14.525" v="6246" actId="20577"/>
        <pc:sldMkLst>
          <pc:docMk/>
          <pc:sldMk cId="2750651621" sldId="467"/>
        </pc:sldMkLst>
        <pc:spChg chg="mod">
          <ac:chgData name="Arvind Krishna" userId="1da9ca94-ee30-4294-af17-4bf1db79f351" providerId="ADAL" clId="{096AD1DA-A5F1-4A97-81AD-9B4312DA734D}" dt="2025-11-20T17:35:14.525" v="6246" actId="20577"/>
          <ac:spMkLst>
            <pc:docMk/>
            <pc:sldMk cId="2750651621" sldId="467"/>
            <ac:spMk id="5" creationId="{1AFFE841-0C59-53F8-2E84-B3683E44CF59}"/>
          </ac:spMkLst>
        </pc:spChg>
        <pc:graphicFrameChg chg="mod modGraphic">
          <ac:chgData name="Arvind Krishna" userId="1da9ca94-ee30-4294-af17-4bf1db79f351" providerId="ADAL" clId="{096AD1DA-A5F1-4A97-81AD-9B4312DA734D}" dt="2025-11-20T14:55:37.307" v="3068" actId="2711"/>
          <ac:graphicFrameMkLst>
            <pc:docMk/>
            <pc:sldMk cId="2750651621" sldId="467"/>
            <ac:graphicFrameMk id="3" creationId="{31299123-F00F-22E3-32F0-9F1ABD0B1438}"/>
          </ac:graphicFrameMkLst>
        </pc:graphicFrameChg>
      </pc:sldChg>
      <pc:sldChg chg="modSp add mod">
        <pc:chgData name="Arvind Krishna" userId="1da9ca94-ee30-4294-af17-4bf1db79f351" providerId="ADAL" clId="{096AD1DA-A5F1-4A97-81AD-9B4312DA734D}" dt="2025-11-20T19:09:35.902" v="6322" actId="207"/>
        <pc:sldMkLst>
          <pc:docMk/>
          <pc:sldMk cId="1061480547" sldId="468"/>
        </pc:sldMkLst>
        <pc:spChg chg="mod">
          <ac:chgData name="Arvind Krishna" userId="1da9ca94-ee30-4294-af17-4bf1db79f351" providerId="ADAL" clId="{096AD1DA-A5F1-4A97-81AD-9B4312DA734D}" dt="2025-11-20T14:00:30.493" v="2130" actId="20577"/>
          <ac:spMkLst>
            <pc:docMk/>
            <pc:sldMk cId="1061480547" sldId="468"/>
            <ac:spMk id="5" creationId="{8C465DD0-8D98-C259-46F3-F4513210E594}"/>
          </ac:spMkLst>
        </pc:spChg>
        <pc:graphicFrameChg chg="mod modGraphic">
          <ac:chgData name="Arvind Krishna" userId="1da9ca94-ee30-4294-af17-4bf1db79f351" providerId="ADAL" clId="{096AD1DA-A5F1-4A97-81AD-9B4312DA734D}" dt="2025-11-20T19:09:35.902" v="6322" actId="207"/>
          <ac:graphicFrameMkLst>
            <pc:docMk/>
            <pc:sldMk cId="1061480547" sldId="468"/>
            <ac:graphicFrameMk id="3" creationId="{F901D18C-38CE-8439-4028-08B14D041C4D}"/>
          </ac:graphicFrameMkLst>
        </pc:graphicFrameChg>
      </pc:sldChg>
      <pc:sldChg chg="addSp modSp add mod modAnim">
        <pc:chgData name="Arvind Krishna" userId="1da9ca94-ee30-4294-af17-4bf1db79f351" providerId="ADAL" clId="{096AD1DA-A5F1-4A97-81AD-9B4312DA734D}" dt="2025-11-20T17:31:46.246" v="6143" actId="20577"/>
        <pc:sldMkLst>
          <pc:docMk/>
          <pc:sldMk cId="2516734557" sldId="469"/>
        </pc:sldMkLst>
        <pc:spChg chg="add mod">
          <ac:chgData name="Arvind Krishna" userId="1da9ca94-ee30-4294-af17-4bf1db79f351" providerId="ADAL" clId="{096AD1DA-A5F1-4A97-81AD-9B4312DA734D}" dt="2025-11-20T17:31:46.246" v="6143" actId="20577"/>
          <ac:spMkLst>
            <pc:docMk/>
            <pc:sldMk cId="2516734557" sldId="469"/>
            <ac:spMk id="2" creationId="{B03E01DD-A1A6-73F0-4AEC-6187CD0010B0}"/>
          </ac:spMkLst>
        </pc:spChg>
        <pc:spChg chg="mod">
          <ac:chgData name="Arvind Krishna" userId="1da9ca94-ee30-4294-af17-4bf1db79f351" providerId="ADAL" clId="{096AD1DA-A5F1-4A97-81AD-9B4312DA734D}" dt="2025-11-20T14:02:26.357" v="2287" actId="20577"/>
          <ac:spMkLst>
            <pc:docMk/>
            <pc:sldMk cId="2516734557" sldId="469"/>
            <ac:spMk id="5" creationId="{A494F2D3-D094-D3D6-E14F-5CB094060C4B}"/>
          </ac:spMkLst>
        </pc:spChg>
        <pc:graphicFrameChg chg="mod modGraphic">
          <ac:chgData name="Arvind Krishna" userId="1da9ca94-ee30-4294-af17-4bf1db79f351" providerId="ADAL" clId="{096AD1DA-A5F1-4A97-81AD-9B4312DA734D}" dt="2025-11-20T15:05:18.667" v="3134" actId="20577"/>
          <ac:graphicFrameMkLst>
            <pc:docMk/>
            <pc:sldMk cId="2516734557" sldId="469"/>
            <ac:graphicFrameMk id="3" creationId="{551A237F-C968-D077-029C-A2EB8BD6ADBB}"/>
          </ac:graphicFrameMkLst>
        </pc:graphicFrameChg>
      </pc:sldChg>
      <pc:sldChg chg="addSp modSp add mod">
        <pc:chgData name="Arvind Krishna" userId="1da9ca94-ee30-4294-af17-4bf1db79f351" providerId="ADAL" clId="{096AD1DA-A5F1-4A97-81AD-9B4312DA734D}" dt="2025-11-20T15:37:04.425" v="4161" actId="20577"/>
        <pc:sldMkLst>
          <pc:docMk/>
          <pc:sldMk cId="2608872572" sldId="470"/>
        </pc:sldMkLst>
        <pc:spChg chg="mod">
          <ac:chgData name="Arvind Krishna" userId="1da9ca94-ee30-4294-af17-4bf1db79f351" providerId="ADAL" clId="{096AD1DA-A5F1-4A97-81AD-9B4312DA734D}" dt="2025-11-20T15:19:18.739" v="3552" actId="20577"/>
          <ac:spMkLst>
            <pc:docMk/>
            <pc:sldMk cId="2608872572" sldId="470"/>
            <ac:spMk id="2" creationId="{7A5931B1-CE21-36A1-371B-2BD29A6B6E75}"/>
          </ac:spMkLst>
        </pc:spChg>
        <pc:spChg chg="add mod">
          <ac:chgData name="Arvind Krishna" userId="1da9ca94-ee30-4294-af17-4bf1db79f351" providerId="ADAL" clId="{096AD1DA-A5F1-4A97-81AD-9B4312DA734D}" dt="2025-11-20T15:37:04.425" v="4161" actId="20577"/>
          <ac:spMkLst>
            <pc:docMk/>
            <pc:sldMk cId="2608872572" sldId="470"/>
            <ac:spMk id="3" creationId="{D58BC0CD-1979-0289-A589-D2C6DCA95FBB}"/>
          </ac:spMkLst>
        </pc:spChg>
      </pc:sldChg>
      <pc:sldChg chg="modSp add mod">
        <pc:chgData name="Arvind Krishna" userId="1da9ca94-ee30-4294-af17-4bf1db79f351" providerId="ADAL" clId="{096AD1DA-A5F1-4A97-81AD-9B4312DA734D}" dt="2025-11-20T15:24:13.996" v="3668" actId="27636"/>
        <pc:sldMkLst>
          <pc:docMk/>
          <pc:sldMk cId="3995002141" sldId="471"/>
        </pc:sldMkLst>
        <pc:spChg chg="mod">
          <ac:chgData name="Arvind Krishna" userId="1da9ca94-ee30-4294-af17-4bf1db79f351" providerId="ADAL" clId="{096AD1DA-A5F1-4A97-81AD-9B4312DA734D}" dt="2025-11-20T15:22:33.272" v="3623" actId="20577"/>
          <ac:spMkLst>
            <pc:docMk/>
            <pc:sldMk cId="3995002141" sldId="471"/>
            <ac:spMk id="2" creationId="{9F4DA0DF-3A9B-D824-E87E-FCBB26265433}"/>
          </ac:spMkLst>
        </pc:spChg>
        <pc:spChg chg="mod">
          <ac:chgData name="Arvind Krishna" userId="1da9ca94-ee30-4294-af17-4bf1db79f351" providerId="ADAL" clId="{096AD1DA-A5F1-4A97-81AD-9B4312DA734D}" dt="2025-11-20T15:24:13.996" v="3668" actId="27636"/>
          <ac:spMkLst>
            <pc:docMk/>
            <pc:sldMk cId="3995002141" sldId="471"/>
            <ac:spMk id="5" creationId="{E45575DC-C99A-F776-89EA-F0FA5FFE0339}"/>
          </ac:spMkLst>
        </pc:spChg>
      </pc:sldChg>
      <pc:sldChg chg="modSp add mod">
        <pc:chgData name="Arvind Krishna" userId="1da9ca94-ee30-4294-af17-4bf1db79f351" providerId="ADAL" clId="{096AD1DA-A5F1-4A97-81AD-9B4312DA734D}" dt="2025-11-20T15:24:07.894" v="3665" actId="27636"/>
        <pc:sldMkLst>
          <pc:docMk/>
          <pc:sldMk cId="781092945" sldId="472"/>
        </pc:sldMkLst>
        <pc:spChg chg="mod">
          <ac:chgData name="Arvind Krishna" userId="1da9ca94-ee30-4294-af17-4bf1db79f351" providerId="ADAL" clId="{096AD1DA-A5F1-4A97-81AD-9B4312DA734D}" dt="2025-11-20T15:22:47.011" v="3648" actId="207"/>
          <ac:spMkLst>
            <pc:docMk/>
            <pc:sldMk cId="781092945" sldId="472"/>
            <ac:spMk id="2" creationId="{706EE406-7FA9-39F7-CC88-26FAE99454CC}"/>
          </ac:spMkLst>
        </pc:spChg>
        <pc:spChg chg="mod">
          <ac:chgData name="Arvind Krishna" userId="1da9ca94-ee30-4294-af17-4bf1db79f351" providerId="ADAL" clId="{096AD1DA-A5F1-4A97-81AD-9B4312DA734D}" dt="2025-11-20T15:24:07.894" v="3665" actId="27636"/>
          <ac:spMkLst>
            <pc:docMk/>
            <pc:sldMk cId="781092945" sldId="472"/>
            <ac:spMk id="5" creationId="{6B02F53F-1AF0-A064-8272-EDA3394B8F91}"/>
          </ac:spMkLst>
        </pc:spChg>
      </pc:sldChg>
      <pc:sldChg chg="modSp add mod">
        <pc:chgData name="Arvind Krishna" userId="1da9ca94-ee30-4294-af17-4bf1db79f351" providerId="ADAL" clId="{096AD1DA-A5F1-4A97-81AD-9B4312DA734D}" dt="2025-11-20T15:24:00.130" v="3662" actId="27636"/>
        <pc:sldMkLst>
          <pc:docMk/>
          <pc:sldMk cId="3498851194" sldId="473"/>
        </pc:sldMkLst>
        <pc:spChg chg="mod">
          <ac:chgData name="Arvind Krishna" userId="1da9ca94-ee30-4294-af17-4bf1db79f351" providerId="ADAL" clId="{096AD1DA-A5F1-4A97-81AD-9B4312DA734D}" dt="2025-11-20T15:23:08.637" v="3653" actId="207"/>
          <ac:spMkLst>
            <pc:docMk/>
            <pc:sldMk cId="3498851194" sldId="473"/>
            <ac:spMk id="2" creationId="{2B4992A3-0088-875B-E885-9E5B16BCE752}"/>
          </ac:spMkLst>
        </pc:spChg>
        <pc:spChg chg="mod">
          <ac:chgData name="Arvind Krishna" userId="1da9ca94-ee30-4294-af17-4bf1db79f351" providerId="ADAL" clId="{096AD1DA-A5F1-4A97-81AD-9B4312DA734D}" dt="2025-11-20T15:24:00.130" v="3662" actId="27636"/>
          <ac:spMkLst>
            <pc:docMk/>
            <pc:sldMk cId="3498851194" sldId="473"/>
            <ac:spMk id="5" creationId="{67FC0632-1E25-6825-CBF0-4386DA2B8DBD}"/>
          </ac:spMkLst>
        </pc:spChg>
      </pc:sldChg>
      <pc:sldChg chg="modSp add mod">
        <pc:chgData name="Arvind Krishna" userId="1da9ca94-ee30-4294-af17-4bf1db79f351" providerId="ADAL" clId="{096AD1DA-A5F1-4A97-81AD-9B4312DA734D}" dt="2025-11-20T15:25:04.786" v="3671"/>
        <pc:sldMkLst>
          <pc:docMk/>
          <pc:sldMk cId="8332578" sldId="474"/>
        </pc:sldMkLst>
        <pc:spChg chg="mod">
          <ac:chgData name="Arvind Krishna" userId="1da9ca94-ee30-4294-af17-4bf1db79f351" providerId="ADAL" clId="{096AD1DA-A5F1-4A97-81AD-9B4312DA734D}" dt="2025-11-20T15:23:45.557" v="3658" actId="207"/>
          <ac:spMkLst>
            <pc:docMk/>
            <pc:sldMk cId="8332578" sldId="474"/>
            <ac:spMk id="2" creationId="{0FE77356-23DF-2D63-BA84-DCF34A6D6732}"/>
          </ac:spMkLst>
        </pc:spChg>
        <pc:spChg chg="mod">
          <ac:chgData name="Arvind Krishna" userId="1da9ca94-ee30-4294-af17-4bf1db79f351" providerId="ADAL" clId="{096AD1DA-A5F1-4A97-81AD-9B4312DA734D}" dt="2025-11-20T15:25:04.786" v="3671"/>
          <ac:spMkLst>
            <pc:docMk/>
            <pc:sldMk cId="8332578" sldId="474"/>
            <ac:spMk id="5" creationId="{03699353-DC04-09B3-4231-B40287693EF0}"/>
          </ac:spMkLst>
        </pc:spChg>
      </pc:sldChg>
      <pc:sldChg chg="addSp modSp add mod modAnim">
        <pc:chgData name="Arvind Krishna" userId="1da9ca94-ee30-4294-af17-4bf1db79f351" providerId="ADAL" clId="{096AD1DA-A5F1-4A97-81AD-9B4312DA734D}" dt="2025-11-20T15:39:55.646" v="4604"/>
        <pc:sldMkLst>
          <pc:docMk/>
          <pc:sldMk cId="4259388064" sldId="475"/>
        </pc:sldMkLst>
        <pc:spChg chg="mod">
          <ac:chgData name="Arvind Krishna" userId="1da9ca94-ee30-4294-af17-4bf1db79f351" providerId="ADAL" clId="{096AD1DA-A5F1-4A97-81AD-9B4312DA734D}" dt="2025-11-20T15:27:20.843" v="3716" actId="1076"/>
          <ac:spMkLst>
            <pc:docMk/>
            <pc:sldMk cId="4259388064" sldId="475"/>
            <ac:spMk id="2" creationId="{0D45446E-C81B-223D-00CF-8221F71721D1}"/>
          </ac:spMkLst>
        </pc:spChg>
        <pc:spChg chg="add mod">
          <ac:chgData name="Arvind Krishna" userId="1da9ca94-ee30-4294-af17-4bf1db79f351" providerId="ADAL" clId="{096AD1DA-A5F1-4A97-81AD-9B4312DA734D}" dt="2025-11-20T15:39:37.653" v="4601" actId="14100"/>
          <ac:spMkLst>
            <pc:docMk/>
            <pc:sldMk cId="4259388064" sldId="475"/>
            <ac:spMk id="3" creationId="{35765A69-3D42-E2E1-660E-7977FAEAE68A}"/>
          </ac:spMkLst>
        </pc:spChg>
        <pc:spChg chg="mod">
          <ac:chgData name="Arvind Krishna" userId="1da9ca94-ee30-4294-af17-4bf1db79f351" providerId="ADAL" clId="{096AD1DA-A5F1-4A97-81AD-9B4312DA734D}" dt="2025-11-20T15:24:59.268" v="3670"/>
          <ac:spMkLst>
            <pc:docMk/>
            <pc:sldMk cId="4259388064" sldId="475"/>
            <ac:spMk id="5" creationId="{4BEECCB9-FE69-3482-4764-F955CE35D019}"/>
          </ac:spMkLst>
        </pc:spChg>
      </pc:sldChg>
      <pc:sldChg chg="modSp add mod">
        <pc:chgData name="Arvind Krishna" userId="1da9ca94-ee30-4294-af17-4bf1db79f351" providerId="ADAL" clId="{096AD1DA-A5F1-4A97-81AD-9B4312DA734D}" dt="2025-11-20T15:27:45.774" v="3723"/>
        <pc:sldMkLst>
          <pc:docMk/>
          <pc:sldMk cId="3453313180" sldId="476"/>
        </pc:sldMkLst>
        <pc:spChg chg="mod">
          <ac:chgData name="Arvind Krishna" userId="1da9ca94-ee30-4294-af17-4bf1db79f351" providerId="ADAL" clId="{096AD1DA-A5F1-4A97-81AD-9B4312DA734D}" dt="2025-11-20T15:27:35.487" v="3721" actId="207"/>
          <ac:spMkLst>
            <pc:docMk/>
            <pc:sldMk cId="3453313180" sldId="476"/>
            <ac:spMk id="2" creationId="{5ADDCD2C-3D95-9BAF-1115-8235EF8FCADC}"/>
          </ac:spMkLst>
        </pc:spChg>
        <pc:spChg chg="mod">
          <ac:chgData name="Arvind Krishna" userId="1da9ca94-ee30-4294-af17-4bf1db79f351" providerId="ADAL" clId="{096AD1DA-A5F1-4A97-81AD-9B4312DA734D}" dt="2025-11-20T15:27:45.774" v="3723"/>
          <ac:spMkLst>
            <pc:docMk/>
            <pc:sldMk cId="3453313180" sldId="476"/>
            <ac:spMk id="5" creationId="{2A00FF06-7EB2-D68A-4F90-EF35E8C29FFA}"/>
          </ac:spMkLst>
        </pc:spChg>
      </pc:sldChg>
      <pc:sldChg chg="addSp modSp add mod modAnim">
        <pc:chgData name="Arvind Krishna" userId="1da9ca94-ee30-4294-af17-4bf1db79f351" providerId="ADAL" clId="{096AD1DA-A5F1-4A97-81AD-9B4312DA734D}" dt="2025-11-20T15:41:23.598" v="4869" actId="20577"/>
        <pc:sldMkLst>
          <pc:docMk/>
          <pc:sldMk cId="3169675461" sldId="477"/>
        </pc:sldMkLst>
        <pc:spChg chg="mod">
          <ac:chgData name="Arvind Krishna" userId="1da9ca94-ee30-4294-af17-4bf1db79f351" providerId="ADAL" clId="{096AD1DA-A5F1-4A97-81AD-9B4312DA734D}" dt="2025-11-20T15:28:50.418" v="3756" actId="20577"/>
          <ac:spMkLst>
            <pc:docMk/>
            <pc:sldMk cId="3169675461" sldId="477"/>
            <ac:spMk id="2" creationId="{695E9AFF-8E4B-5075-BD7F-C74209BFCAC7}"/>
          </ac:spMkLst>
        </pc:spChg>
        <pc:spChg chg="add mod">
          <ac:chgData name="Arvind Krishna" userId="1da9ca94-ee30-4294-af17-4bf1db79f351" providerId="ADAL" clId="{096AD1DA-A5F1-4A97-81AD-9B4312DA734D}" dt="2025-11-20T15:41:23.598" v="4869" actId="20577"/>
          <ac:spMkLst>
            <pc:docMk/>
            <pc:sldMk cId="3169675461" sldId="477"/>
            <ac:spMk id="3" creationId="{4A8BFA94-742E-D02E-3F25-AA01A3286B50}"/>
          </ac:spMkLst>
        </pc:spChg>
      </pc:sldChg>
      <pc:sldChg chg="modSp add mod">
        <pc:chgData name="Arvind Krishna" userId="1da9ca94-ee30-4294-af17-4bf1db79f351" providerId="ADAL" clId="{096AD1DA-A5F1-4A97-81AD-9B4312DA734D}" dt="2025-11-20T15:30:25.632" v="3764" actId="27636"/>
        <pc:sldMkLst>
          <pc:docMk/>
          <pc:sldMk cId="1232688147" sldId="478"/>
        </pc:sldMkLst>
        <pc:spChg chg="mod">
          <ac:chgData name="Arvind Krishna" userId="1da9ca94-ee30-4294-af17-4bf1db79f351" providerId="ADAL" clId="{096AD1DA-A5F1-4A97-81AD-9B4312DA734D}" dt="2025-11-20T15:29:31.020" v="3761" actId="207"/>
          <ac:spMkLst>
            <pc:docMk/>
            <pc:sldMk cId="1232688147" sldId="478"/>
            <ac:spMk id="2" creationId="{5E6D8D2C-D283-97AC-6876-8F9D6C357D55}"/>
          </ac:spMkLst>
        </pc:spChg>
        <pc:spChg chg="mod">
          <ac:chgData name="Arvind Krishna" userId="1da9ca94-ee30-4294-af17-4bf1db79f351" providerId="ADAL" clId="{096AD1DA-A5F1-4A97-81AD-9B4312DA734D}" dt="2025-11-20T15:30:25.632" v="3764" actId="27636"/>
          <ac:spMkLst>
            <pc:docMk/>
            <pc:sldMk cId="1232688147" sldId="478"/>
            <ac:spMk id="5" creationId="{A7DC149C-879C-52F7-7E40-AE8BCF19FCD5}"/>
          </ac:spMkLst>
        </pc:spChg>
      </pc:sldChg>
      <pc:sldChg chg="addSp modSp add mod modAnim">
        <pc:chgData name="Arvind Krishna" userId="1da9ca94-ee30-4294-af17-4bf1db79f351" providerId="ADAL" clId="{096AD1DA-A5F1-4A97-81AD-9B4312DA734D}" dt="2025-11-20T15:44:15.530" v="5078" actId="20577"/>
        <pc:sldMkLst>
          <pc:docMk/>
          <pc:sldMk cId="461559054" sldId="479"/>
        </pc:sldMkLst>
        <pc:spChg chg="mod">
          <ac:chgData name="Arvind Krishna" userId="1da9ca94-ee30-4294-af17-4bf1db79f351" providerId="ADAL" clId="{096AD1DA-A5F1-4A97-81AD-9B4312DA734D}" dt="2025-11-20T15:31:12.204" v="3787" actId="20577"/>
          <ac:spMkLst>
            <pc:docMk/>
            <pc:sldMk cId="461559054" sldId="479"/>
            <ac:spMk id="2" creationId="{2EBA5D6F-2C7B-BAF4-7114-3277F978A758}"/>
          </ac:spMkLst>
        </pc:spChg>
        <pc:spChg chg="add mod">
          <ac:chgData name="Arvind Krishna" userId="1da9ca94-ee30-4294-af17-4bf1db79f351" providerId="ADAL" clId="{096AD1DA-A5F1-4A97-81AD-9B4312DA734D}" dt="2025-11-20T15:44:15.530" v="5078" actId="20577"/>
          <ac:spMkLst>
            <pc:docMk/>
            <pc:sldMk cId="461559054" sldId="479"/>
            <ac:spMk id="3" creationId="{CD9E8A97-6581-8E7D-AB29-AFB6CD89243C}"/>
          </ac:spMkLst>
        </pc:spChg>
      </pc:sldChg>
      <pc:sldChg chg="modSp add mod">
        <pc:chgData name="Arvind Krishna" userId="1da9ca94-ee30-4294-af17-4bf1db79f351" providerId="ADAL" clId="{096AD1DA-A5F1-4A97-81AD-9B4312DA734D}" dt="2025-11-20T15:32:21.619" v="3797"/>
        <pc:sldMkLst>
          <pc:docMk/>
          <pc:sldMk cId="4020545307" sldId="480"/>
        </pc:sldMkLst>
        <pc:spChg chg="mod">
          <ac:chgData name="Arvind Krishna" userId="1da9ca94-ee30-4294-af17-4bf1db79f351" providerId="ADAL" clId="{096AD1DA-A5F1-4A97-81AD-9B4312DA734D}" dt="2025-11-20T15:31:56.824" v="3792" actId="207"/>
          <ac:spMkLst>
            <pc:docMk/>
            <pc:sldMk cId="4020545307" sldId="480"/>
            <ac:spMk id="2" creationId="{0E24D174-4B8A-9C81-0921-4597583E8292}"/>
          </ac:spMkLst>
        </pc:spChg>
        <pc:spChg chg="mod">
          <ac:chgData name="Arvind Krishna" userId="1da9ca94-ee30-4294-af17-4bf1db79f351" providerId="ADAL" clId="{096AD1DA-A5F1-4A97-81AD-9B4312DA734D}" dt="2025-11-20T15:32:21.619" v="3797"/>
          <ac:spMkLst>
            <pc:docMk/>
            <pc:sldMk cId="4020545307" sldId="480"/>
            <ac:spMk id="5" creationId="{499D3B2A-904F-7D51-F39B-C2CAA8D9F233}"/>
          </ac:spMkLst>
        </pc:spChg>
      </pc:sldChg>
      <pc:sldChg chg="addSp modSp add mod modAnim">
        <pc:chgData name="Arvind Krishna" userId="1da9ca94-ee30-4294-af17-4bf1db79f351" providerId="ADAL" clId="{096AD1DA-A5F1-4A97-81AD-9B4312DA734D}" dt="2025-11-20T15:50:26.683" v="5359" actId="20577"/>
        <pc:sldMkLst>
          <pc:docMk/>
          <pc:sldMk cId="1734997191" sldId="481"/>
        </pc:sldMkLst>
        <pc:spChg chg="mod">
          <ac:chgData name="Arvind Krishna" userId="1da9ca94-ee30-4294-af17-4bf1db79f351" providerId="ADAL" clId="{096AD1DA-A5F1-4A97-81AD-9B4312DA734D}" dt="2025-11-20T15:33:26.670" v="3849" actId="207"/>
          <ac:spMkLst>
            <pc:docMk/>
            <pc:sldMk cId="1734997191" sldId="481"/>
            <ac:spMk id="2" creationId="{FDB38354-A809-8A6D-69E5-A82D990D770A}"/>
          </ac:spMkLst>
        </pc:spChg>
        <pc:spChg chg="add mod">
          <ac:chgData name="Arvind Krishna" userId="1da9ca94-ee30-4294-af17-4bf1db79f351" providerId="ADAL" clId="{096AD1DA-A5F1-4A97-81AD-9B4312DA734D}" dt="2025-11-20T15:50:26.683" v="5359" actId="20577"/>
          <ac:spMkLst>
            <pc:docMk/>
            <pc:sldMk cId="1734997191" sldId="481"/>
            <ac:spMk id="3" creationId="{8BE91DF1-DC59-B573-A8BB-7910A42726A6}"/>
          </ac:spMkLst>
        </pc:spChg>
      </pc:sldChg>
      <pc:sldChg chg="modSp add mod">
        <pc:chgData name="Arvind Krishna" userId="1da9ca94-ee30-4294-af17-4bf1db79f351" providerId="ADAL" clId="{096AD1DA-A5F1-4A97-81AD-9B4312DA734D}" dt="2025-11-20T15:49:56.735" v="5330"/>
        <pc:sldMkLst>
          <pc:docMk/>
          <pc:sldMk cId="4283385262" sldId="482"/>
        </pc:sldMkLst>
        <pc:spChg chg="mod">
          <ac:chgData name="Arvind Krishna" userId="1da9ca94-ee30-4294-af17-4bf1db79f351" providerId="ADAL" clId="{096AD1DA-A5F1-4A97-81AD-9B4312DA734D}" dt="2025-11-20T15:33:41.543" v="3854" actId="207"/>
          <ac:spMkLst>
            <pc:docMk/>
            <pc:sldMk cId="4283385262" sldId="482"/>
            <ac:spMk id="2" creationId="{93C9781C-5622-E0E0-164A-1C1C66407A8A}"/>
          </ac:spMkLst>
        </pc:spChg>
        <pc:spChg chg="mod">
          <ac:chgData name="Arvind Krishna" userId="1da9ca94-ee30-4294-af17-4bf1db79f351" providerId="ADAL" clId="{096AD1DA-A5F1-4A97-81AD-9B4312DA734D}" dt="2025-11-20T15:49:56.735" v="5330"/>
          <ac:spMkLst>
            <pc:docMk/>
            <pc:sldMk cId="4283385262" sldId="482"/>
            <ac:spMk id="5" creationId="{C4B6DC72-095A-CD1F-712C-A31EEAD8525D}"/>
          </ac:spMkLst>
        </pc:spChg>
      </pc:sldChg>
      <pc:sldChg chg="delSp modSp add mod modAnim">
        <pc:chgData name="Arvind Krishna" userId="1da9ca94-ee30-4294-af17-4bf1db79f351" providerId="ADAL" clId="{096AD1DA-A5F1-4A97-81AD-9B4312DA734D}" dt="2025-11-20T17:32:30.068" v="6218" actId="20577"/>
        <pc:sldMkLst>
          <pc:docMk/>
          <pc:sldMk cId="3343537149" sldId="483"/>
        </pc:sldMkLst>
        <pc:spChg chg="mod">
          <ac:chgData name="Arvind Krishna" userId="1da9ca94-ee30-4294-af17-4bf1db79f351" providerId="ADAL" clId="{096AD1DA-A5F1-4A97-81AD-9B4312DA734D}" dt="2025-11-20T17:32:30.068" v="6218" actId="20577"/>
          <ac:spMkLst>
            <pc:docMk/>
            <pc:sldMk cId="3343537149" sldId="483"/>
            <ac:spMk id="2" creationId="{AE51939B-2610-A624-54A1-BB4E0CFBAD70}"/>
          </ac:spMkLst>
        </pc:spChg>
      </pc:sldChg>
      <pc:sldChg chg="modSp add mod">
        <pc:chgData name="Arvind Krishna" userId="1da9ca94-ee30-4294-af17-4bf1db79f351" providerId="ADAL" clId="{096AD1DA-A5F1-4A97-81AD-9B4312DA734D}" dt="2025-11-20T17:47:34.904" v="6304" actId="6549"/>
        <pc:sldMkLst>
          <pc:docMk/>
          <pc:sldMk cId="3585933582" sldId="484"/>
        </pc:sldMkLst>
        <pc:spChg chg="mod">
          <ac:chgData name="Arvind Krishna" userId="1da9ca94-ee30-4294-af17-4bf1db79f351" providerId="ADAL" clId="{096AD1DA-A5F1-4A97-81AD-9B4312DA734D}" dt="2025-11-20T17:36:09.888" v="6263" actId="20577"/>
          <ac:spMkLst>
            <pc:docMk/>
            <pc:sldMk cId="3585933582" sldId="484"/>
            <ac:spMk id="5" creationId="{A36212A8-7906-6F3C-3207-1DDFB55AAD42}"/>
          </ac:spMkLst>
        </pc:spChg>
        <pc:graphicFrameChg chg="modGraphic">
          <ac:chgData name="Arvind Krishna" userId="1da9ca94-ee30-4294-af17-4bf1db79f351" providerId="ADAL" clId="{096AD1DA-A5F1-4A97-81AD-9B4312DA734D}" dt="2025-11-20T17:47:34.904" v="6304" actId="6549"/>
          <ac:graphicFrameMkLst>
            <pc:docMk/>
            <pc:sldMk cId="3585933582" sldId="484"/>
            <ac:graphicFrameMk id="3" creationId="{F17C2322-B4C1-C36C-E989-41F872E7E7D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952-4C8C-594A-8D47-CC3EBD31CD6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E9FD-FA40-FC48-8917-175ED0BCC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04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151D-FB61-CCFC-6C66-5D82ED237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FF47A-B384-789E-9485-73794A512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D6C28-8DA7-3C5F-16A1-6FCE76430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30F67-3814-CB1A-CA4E-4B885C7D1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2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542060"/>
            <a:ext cx="9144000" cy="205416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  <p:pic>
        <p:nvPicPr>
          <p:cNvPr id="3" name="Picture 2" descr="NWU PPT Wide Opt 3_Separato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469120" y="26924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FC7990E-B991-4093-83B3-A18ADEE8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176C-065F-124D-AAA4-94F2B7A2EC7C}" type="datetime1">
              <a:rPr lang="en-US" smtClean="0"/>
              <a:t>12/1/2025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155C06B-129A-45E0-9FC4-C876AA7D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D8689AB-F3DD-431A-8DEB-DF172B74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818A64-FA37-402B-88D1-DC1589E6433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50" y="4788298"/>
            <a:ext cx="1511300" cy="115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9428480" y="34036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F0F95-1E32-FD7F-94A6-60FF1C39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A4106-6AE0-7DFC-5604-B5384A4E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F308B5-76F7-C3DA-F573-92096D08F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192" y="151252"/>
            <a:ext cx="7772400" cy="808701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breakdown: By caller type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FDF6BD-9062-CFCB-73AF-122DA8D9B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01803"/>
              </p:ext>
            </p:extLst>
          </p:nvPr>
        </p:nvGraphicFramePr>
        <p:xfrm>
          <a:off x="560791" y="959953"/>
          <a:ext cx="7555127" cy="3566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176">
                  <a:extLst>
                    <a:ext uri="{9D8B030D-6E8A-4147-A177-3AD203B41FA5}">
                      <a16:colId xmlns:a16="http://schemas.microsoft.com/office/drawing/2014/main" val="97804219"/>
                    </a:ext>
                  </a:extLst>
                </a:gridCol>
                <a:gridCol w="1689365">
                  <a:extLst>
                    <a:ext uri="{9D8B030D-6E8A-4147-A177-3AD203B41FA5}">
                      <a16:colId xmlns:a16="http://schemas.microsoft.com/office/drawing/2014/main" val="1795153606"/>
                    </a:ext>
                  </a:extLst>
                </a:gridCol>
                <a:gridCol w="1199066">
                  <a:extLst>
                    <a:ext uri="{9D8B030D-6E8A-4147-A177-3AD203B41FA5}">
                      <a16:colId xmlns:a16="http://schemas.microsoft.com/office/drawing/2014/main" val="1641691441"/>
                    </a:ext>
                  </a:extLst>
                </a:gridCol>
                <a:gridCol w="1444216">
                  <a:extLst>
                    <a:ext uri="{9D8B030D-6E8A-4147-A177-3AD203B41FA5}">
                      <a16:colId xmlns:a16="http://schemas.microsoft.com/office/drawing/2014/main" val="2563125494"/>
                    </a:ext>
                  </a:extLst>
                </a:gridCol>
                <a:gridCol w="1773304">
                  <a:extLst>
                    <a:ext uri="{9D8B030D-6E8A-4147-A177-3AD203B41FA5}">
                      <a16:colId xmlns:a16="http://schemas.microsoft.com/office/drawing/2014/main" val="2032245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 type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 sub-type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Proportion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calls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Calls per weekday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42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menu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menu only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98,357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266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issue calls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44%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108,519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36569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l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issue calls breakdown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Non-seniors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32%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79,085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9386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Chicago seniors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7%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17,975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4421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Suburban seniors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3%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8,305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856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Non-Cook seniors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1,302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8161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Unclassified callers 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1,852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566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calls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17%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41,566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44962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calls breakdown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Closed hours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9%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21,861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5226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Farmworker menu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10,310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7997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Intake </a:t>
                      </a:r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outdial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9,395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58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248,442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668</a:t>
                      </a: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40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831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3 Traditional Purple with White - Widescreen - Weinberg College" id="{809EFC10-DA25-4E1C-9B5D-C469531FFC25}" vid="{337FE359-31D3-444A-8F80-790C381A07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1_Introduction</Template>
  <TotalTime>26763</TotalTime>
  <Words>99</Words>
  <Application>Microsoft Office PowerPoint</Application>
  <PresentationFormat>On-screen Show (16:9)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Calls breakdown: By caller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303-1: Data Science 1 with Python</dc:title>
  <dc:creator>Arvind Krishna</dc:creator>
  <cp:lastModifiedBy>Arvind Krishna</cp:lastModifiedBy>
  <cp:revision>360</cp:revision>
  <dcterms:created xsi:type="dcterms:W3CDTF">2021-09-16T19:30:00Z</dcterms:created>
  <dcterms:modified xsi:type="dcterms:W3CDTF">2025-12-01T09:56:10Z</dcterms:modified>
</cp:coreProperties>
</file>